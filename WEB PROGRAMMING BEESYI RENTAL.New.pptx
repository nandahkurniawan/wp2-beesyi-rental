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8"/>
  </p:notesMasterIdLst>
  <p:sldIdLst>
    <p:sldId id="256" r:id="rId2"/>
    <p:sldId id="301" r:id="rId3"/>
    <p:sldId id="302" r:id="rId4"/>
    <p:sldId id="257" r:id="rId5"/>
    <p:sldId id="317" r:id="rId6"/>
    <p:sldId id="303" r:id="rId7"/>
    <p:sldId id="305" r:id="rId8"/>
    <p:sldId id="318" r:id="rId9"/>
    <p:sldId id="315" r:id="rId10"/>
    <p:sldId id="319" r:id="rId11"/>
    <p:sldId id="322" r:id="rId12"/>
    <p:sldId id="316" r:id="rId13"/>
    <p:sldId id="321" r:id="rId14"/>
    <p:sldId id="310" r:id="rId15"/>
    <p:sldId id="323" r:id="rId16"/>
    <p:sldId id="324" r:id="rId17"/>
    <p:sldId id="325" r:id="rId18"/>
    <p:sldId id="330" r:id="rId19"/>
    <p:sldId id="326" r:id="rId20"/>
    <p:sldId id="327" r:id="rId21"/>
    <p:sldId id="328" r:id="rId22"/>
    <p:sldId id="329" r:id="rId23"/>
    <p:sldId id="331" r:id="rId24"/>
    <p:sldId id="312" r:id="rId25"/>
    <p:sldId id="320" r:id="rId26"/>
    <p:sldId id="259" r:id="rId27"/>
  </p:sldIdLst>
  <p:sldSz cx="9144000" cy="5143500" type="screen16x9"/>
  <p:notesSz cx="6858000" cy="9144000"/>
  <p:embeddedFontLst>
    <p:embeddedFont>
      <p:font typeface="Varela Round" panose="020B0604020202020204" charset="-79"/>
      <p:regular r:id="rId29"/>
    </p:embeddedFont>
    <p:embeddedFont>
      <p:font typeface="Tahoma" panose="020B0604030504040204" pitchFamily="34" charset="0"/>
      <p:regular r:id="rId30"/>
      <p:bold r:id="rId31"/>
    </p:embeddedFont>
    <p:embeddedFont>
      <p:font typeface="Bebas Neue" panose="020B0604020202020204" charset="0"/>
      <p:regular r:id="rId32"/>
    </p:embeddedFont>
    <p:embeddedFont>
      <p:font typeface="Lato" panose="020B0604020202020204" charset="0"/>
      <p:regular r:id="rId33"/>
      <p:bold r:id="rId34"/>
      <p:italic r:id="rId35"/>
      <p:boldItalic r:id="rId36"/>
    </p:embeddedFont>
    <p:embeddedFont>
      <p:font typeface="Roboto Condensed Light" panose="020B0604020202020204" charset="0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EEF221-2A95-4A6E-BFC0-86103DE96A29}">
  <a:tblStyle styleId="{AEEEF221-2A95-4A6E-BFC0-86103DE96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67573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7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bd6c00e73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bd6c00e73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d09e57d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d09e57de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60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5605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50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d09e57d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d09e57de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144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859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d09e57d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d09e57de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659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545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479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d09e57d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d09e57de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284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0049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d09e57d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dd09e57de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587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489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980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377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805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049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840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890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385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61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16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036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99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D96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914057" y="67463"/>
            <a:ext cx="1137830" cy="861541"/>
            <a:chOff x="2625225" y="855400"/>
            <a:chExt cx="1307700" cy="899687"/>
          </a:xfrm>
        </p:grpSpPr>
        <p:sp>
          <p:nvSpPr>
            <p:cNvPr id="10" name="Google Shape;10;p2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66432" y="1150463"/>
            <a:ext cx="1137830" cy="861541"/>
            <a:chOff x="2625225" y="855400"/>
            <a:chExt cx="1307700" cy="899687"/>
          </a:xfrm>
        </p:grpSpPr>
        <p:sp>
          <p:nvSpPr>
            <p:cNvPr id="13" name="Google Shape;13;p2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16" name="Google Shape;16;p2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17;p2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18" name="Google Shape;18;p2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" name="Google Shape;19;p2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172975" y="1367705"/>
            <a:ext cx="6798000" cy="18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466375" y="3490382"/>
            <a:ext cx="4211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142632" y="3214726"/>
            <a:ext cx="1137830" cy="861541"/>
            <a:chOff x="2625225" y="855400"/>
            <a:chExt cx="1307700" cy="899687"/>
          </a:xfrm>
        </p:grpSpPr>
        <p:sp>
          <p:nvSpPr>
            <p:cNvPr id="25" name="Google Shape;25;p2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7865119" y="3675826"/>
            <a:ext cx="1137830" cy="861541"/>
            <a:chOff x="2625225" y="855400"/>
            <a:chExt cx="1307700" cy="899687"/>
          </a:xfrm>
        </p:grpSpPr>
        <p:sp>
          <p:nvSpPr>
            <p:cNvPr id="28" name="Google Shape;28;p2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32" name="Google Shape;32;p3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34" name="Google Shape;34;p3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Google Shape;35;p3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" name="Google Shape;38;p3"/>
          <p:cNvGrpSpPr/>
          <p:nvPr/>
        </p:nvGrpSpPr>
        <p:grpSpPr>
          <a:xfrm>
            <a:off x="64857" y="4179726"/>
            <a:ext cx="1137830" cy="861541"/>
            <a:chOff x="2625225" y="855400"/>
            <a:chExt cx="1307700" cy="899687"/>
          </a:xfrm>
        </p:grpSpPr>
        <p:sp>
          <p:nvSpPr>
            <p:cNvPr id="39" name="Google Shape;39;p3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926575" y="2473800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title" idx="2" hasCustomPrompt="1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1"/>
          </p:nvPr>
        </p:nvSpPr>
        <p:spPr>
          <a:xfrm>
            <a:off x="1186825" y="3408661"/>
            <a:ext cx="2827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>
            <a:off x="7909410" y="163841"/>
            <a:ext cx="1137830" cy="861541"/>
            <a:chOff x="2625225" y="855400"/>
            <a:chExt cx="1307700" cy="899687"/>
          </a:xfrm>
        </p:grpSpPr>
        <p:sp>
          <p:nvSpPr>
            <p:cNvPr id="45" name="Google Shape;45;p3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4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49" name="Google Shape;49;p4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4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51" name="Google Shape;51;p4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" name="Google Shape;52;p4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720025" y="529923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4"/>
          <p:cNvGrpSpPr/>
          <p:nvPr/>
        </p:nvGrpSpPr>
        <p:grpSpPr>
          <a:xfrm>
            <a:off x="7914057" y="83663"/>
            <a:ext cx="1137830" cy="861541"/>
            <a:chOff x="2625225" y="855400"/>
            <a:chExt cx="1307700" cy="899687"/>
          </a:xfrm>
        </p:grpSpPr>
        <p:sp>
          <p:nvSpPr>
            <p:cNvPr id="186" name="Google Shape;186;p14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142632" y="1226663"/>
            <a:ext cx="1137830" cy="861541"/>
            <a:chOff x="2625225" y="855400"/>
            <a:chExt cx="1307700" cy="899687"/>
          </a:xfrm>
        </p:grpSpPr>
        <p:sp>
          <p:nvSpPr>
            <p:cNvPr id="189" name="Google Shape;189;p14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14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192" name="Google Shape;192;p14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" name="Google Shape;193;p14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194" name="Google Shape;194;p14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5" name="Google Shape;195;p14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8" name="Google Shape;198;p14"/>
          <p:cNvGrpSpPr/>
          <p:nvPr/>
        </p:nvGrpSpPr>
        <p:grpSpPr>
          <a:xfrm>
            <a:off x="66432" y="3214726"/>
            <a:ext cx="1137830" cy="861541"/>
            <a:chOff x="2625225" y="855400"/>
            <a:chExt cx="1307700" cy="899687"/>
          </a:xfrm>
        </p:grpSpPr>
        <p:sp>
          <p:nvSpPr>
            <p:cNvPr id="199" name="Google Shape;199;p14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" name="Google Shape;201;p14"/>
          <p:cNvGrpSpPr/>
          <p:nvPr/>
        </p:nvGrpSpPr>
        <p:grpSpPr>
          <a:xfrm>
            <a:off x="7484119" y="4133026"/>
            <a:ext cx="1137830" cy="861541"/>
            <a:chOff x="2625225" y="855400"/>
            <a:chExt cx="1307700" cy="899687"/>
          </a:xfrm>
        </p:grpSpPr>
        <p:sp>
          <p:nvSpPr>
            <p:cNvPr id="202" name="Google Shape;202;p14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1698875" y="1319200"/>
            <a:ext cx="57462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1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"/>
          </p:nvPr>
        </p:nvSpPr>
        <p:spPr>
          <a:xfrm>
            <a:off x="2483300" y="3283700"/>
            <a:ext cx="4177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0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282" name="Google Shape;282;p20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" name="Google Shape;283;p20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284" name="Google Shape;284;p20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5" name="Google Shape;285;p20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0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0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8" name="Google Shape;288;p20"/>
          <p:cNvSpPr txBox="1">
            <a:spLocks noGrp="1"/>
          </p:cNvSpPr>
          <p:nvPr>
            <p:ph type="title"/>
          </p:nvPr>
        </p:nvSpPr>
        <p:spPr>
          <a:xfrm>
            <a:off x="1028275" y="1626750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20"/>
          <p:cNvSpPr txBox="1">
            <a:spLocks noGrp="1"/>
          </p:cNvSpPr>
          <p:nvPr>
            <p:ph type="subTitle" idx="1"/>
          </p:nvPr>
        </p:nvSpPr>
        <p:spPr>
          <a:xfrm>
            <a:off x="902575" y="22894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0"/>
          <p:cNvSpPr txBox="1">
            <a:spLocks noGrp="1"/>
          </p:cNvSpPr>
          <p:nvPr>
            <p:ph type="title" idx="2"/>
          </p:nvPr>
        </p:nvSpPr>
        <p:spPr>
          <a:xfrm>
            <a:off x="3724862" y="1626750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20"/>
          <p:cNvSpPr txBox="1">
            <a:spLocks noGrp="1"/>
          </p:cNvSpPr>
          <p:nvPr>
            <p:ph type="subTitle" idx="3"/>
          </p:nvPr>
        </p:nvSpPr>
        <p:spPr>
          <a:xfrm>
            <a:off x="3599162" y="22894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title" idx="4"/>
          </p:nvPr>
        </p:nvSpPr>
        <p:spPr>
          <a:xfrm>
            <a:off x="1028275" y="3055025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subTitle" idx="5"/>
          </p:nvPr>
        </p:nvSpPr>
        <p:spPr>
          <a:xfrm>
            <a:off x="902575" y="37177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0"/>
          <p:cNvSpPr txBox="1">
            <a:spLocks noGrp="1"/>
          </p:cNvSpPr>
          <p:nvPr>
            <p:ph type="title" idx="6"/>
          </p:nvPr>
        </p:nvSpPr>
        <p:spPr>
          <a:xfrm>
            <a:off x="3724862" y="3055025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7"/>
          </p:nvPr>
        </p:nvSpPr>
        <p:spPr>
          <a:xfrm>
            <a:off x="3599162" y="37177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 idx="8"/>
          </p:nvPr>
        </p:nvSpPr>
        <p:spPr>
          <a:xfrm>
            <a:off x="6381262" y="1626750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7" name="Google Shape;297;p20"/>
          <p:cNvSpPr txBox="1">
            <a:spLocks noGrp="1"/>
          </p:cNvSpPr>
          <p:nvPr>
            <p:ph type="subTitle" idx="9"/>
          </p:nvPr>
        </p:nvSpPr>
        <p:spPr>
          <a:xfrm>
            <a:off x="6255562" y="22894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title" idx="13"/>
          </p:nvPr>
        </p:nvSpPr>
        <p:spPr>
          <a:xfrm>
            <a:off x="6381262" y="3055025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subTitle" idx="14"/>
          </p:nvPr>
        </p:nvSpPr>
        <p:spPr>
          <a:xfrm>
            <a:off x="6255562" y="37177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title" idx="15"/>
          </p:nvPr>
        </p:nvSpPr>
        <p:spPr>
          <a:xfrm>
            <a:off x="720025" y="529923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1_2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5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381" name="Google Shape;381;p25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" name="Google Shape;382;p25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383" name="Google Shape;383;p25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4" name="Google Shape;384;p25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5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bg>
      <p:bgPr>
        <a:solidFill>
          <a:srgbClr val="FFD966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6"/>
          <p:cNvGrpSpPr/>
          <p:nvPr/>
        </p:nvGrpSpPr>
        <p:grpSpPr>
          <a:xfrm>
            <a:off x="7103119" y="67463"/>
            <a:ext cx="1137830" cy="861541"/>
            <a:chOff x="2625225" y="855400"/>
            <a:chExt cx="1307700" cy="899687"/>
          </a:xfrm>
        </p:grpSpPr>
        <p:sp>
          <p:nvSpPr>
            <p:cNvPr id="389" name="Google Shape;389;p26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26"/>
          <p:cNvGrpSpPr/>
          <p:nvPr/>
        </p:nvGrpSpPr>
        <p:grpSpPr>
          <a:xfrm>
            <a:off x="66432" y="1150463"/>
            <a:ext cx="1137830" cy="861541"/>
            <a:chOff x="2625225" y="855400"/>
            <a:chExt cx="1307700" cy="899687"/>
          </a:xfrm>
        </p:grpSpPr>
        <p:sp>
          <p:nvSpPr>
            <p:cNvPr id="392" name="Google Shape;392;p26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26"/>
          <p:cNvGrpSpPr/>
          <p:nvPr/>
        </p:nvGrpSpPr>
        <p:grpSpPr>
          <a:xfrm>
            <a:off x="323275" y="322475"/>
            <a:ext cx="8490434" cy="4491900"/>
            <a:chOff x="323275" y="322475"/>
            <a:chExt cx="8490434" cy="4491900"/>
          </a:xfrm>
        </p:grpSpPr>
        <p:sp>
          <p:nvSpPr>
            <p:cNvPr id="395" name="Google Shape;395;p26"/>
            <p:cNvSpPr/>
            <p:nvPr/>
          </p:nvSpPr>
          <p:spPr>
            <a:xfrm>
              <a:off x="323275" y="322475"/>
              <a:ext cx="8482800" cy="4491900"/>
            </a:xfrm>
            <a:prstGeom prst="roundRect">
              <a:avLst>
                <a:gd name="adj" fmla="val 273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42875" dir="264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" name="Google Shape;396;p26"/>
            <p:cNvGrpSpPr/>
            <p:nvPr/>
          </p:nvGrpSpPr>
          <p:grpSpPr>
            <a:xfrm flipH="1">
              <a:off x="331504" y="469451"/>
              <a:ext cx="8482204" cy="530259"/>
              <a:chOff x="716550" y="1893994"/>
              <a:chExt cx="7697100" cy="481179"/>
            </a:xfrm>
          </p:grpSpPr>
          <p:cxnSp>
            <p:nvCxnSpPr>
              <p:cNvPr id="397" name="Google Shape;397;p26"/>
              <p:cNvCxnSpPr/>
              <p:nvPr/>
            </p:nvCxnSpPr>
            <p:spPr>
              <a:xfrm>
                <a:off x="716550" y="2375173"/>
                <a:ext cx="769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8" name="Google Shape;398;p26"/>
              <p:cNvSpPr/>
              <p:nvPr/>
            </p:nvSpPr>
            <p:spPr>
              <a:xfrm>
                <a:off x="7471295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6"/>
              <p:cNvSpPr/>
              <p:nvPr/>
            </p:nvSpPr>
            <p:spPr>
              <a:xfrm>
                <a:off x="7768543" y="189399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6"/>
              <p:cNvSpPr/>
              <p:nvPr/>
            </p:nvSpPr>
            <p:spPr>
              <a:xfrm>
                <a:off x="8065792" y="1893994"/>
                <a:ext cx="140400" cy="1404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575" dir="36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1" name="Google Shape;401;p26"/>
          <p:cNvGrpSpPr/>
          <p:nvPr/>
        </p:nvGrpSpPr>
        <p:grpSpPr>
          <a:xfrm>
            <a:off x="142632" y="3214726"/>
            <a:ext cx="1137830" cy="861541"/>
            <a:chOff x="2625225" y="855400"/>
            <a:chExt cx="1307700" cy="899687"/>
          </a:xfrm>
        </p:grpSpPr>
        <p:sp>
          <p:nvSpPr>
            <p:cNvPr id="402" name="Google Shape;402;p26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26"/>
          <p:cNvGrpSpPr/>
          <p:nvPr/>
        </p:nvGrpSpPr>
        <p:grpSpPr>
          <a:xfrm>
            <a:off x="7865119" y="3675826"/>
            <a:ext cx="1137830" cy="861541"/>
            <a:chOff x="2625225" y="855400"/>
            <a:chExt cx="1307700" cy="899687"/>
          </a:xfrm>
        </p:grpSpPr>
        <p:sp>
          <p:nvSpPr>
            <p:cNvPr id="405" name="Google Shape;405;p26"/>
            <p:cNvSpPr/>
            <p:nvPr/>
          </p:nvSpPr>
          <p:spPr>
            <a:xfrm>
              <a:off x="2625225" y="855400"/>
              <a:ext cx="619500" cy="658800"/>
            </a:xfrm>
            <a:prstGeom prst="roundRect">
              <a:avLst>
                <a:gd name="adj" fmla="val 6278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2625225" y="986787"/>
              <a:ext cx="1307700" cy="768300"/>
            </a:xfrm>
            <a:prstGeom prst="roundRect">
              <a:avLst>
                <a:gd name="adj" fmla="val 5762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8325" y="445025"/>
            <a:ext cx="786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arela Round"/>
              <a:buNone/>
              <a:defRPr sz="3000" b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8325" y="1152475"/>
            <a:ext cx="7867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60" r:id="rId5"/>
    <p:sldLayoutId id="2147483666" r:id="rId6"/>
    <p:sldLayoutId id="2147483671" r:id="rId7"/>
    <p:sldLayoutId id="214748367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/>
          <p:nvPr/>
        </p:nvSpPr>
        <p:spPr>
          <a:xfrm>
            <a:off x="2306100" y="3476805"/>
            <a:ext cx="4531800" cy="441000"/>
          </a:xfrm>
          <a:prstGeom prst="roundRect">
            <a:avLst>
              <a:gd name="adj" fmla="val 6740"/>
            </a:avLst>
          </a:prstGeom>
          <a:solidFill>
            <a:srgbClr val="F6F2E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9"/>
          <p:cNvSpPr txBox="1">
            <a:spLocks noGrp="1"/>
          </p:cNvSpPr>
          <p:nvPr>
            <p:ph type="ctrTitle"/>
          </p:nvPr>
        </p:nvSpPr>
        <p:spPr>
          <a:xfrm>
            <a:off x="1172975" y="1367705"/>
            <a:ext cx="6798000" cy="18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BEESYI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Google Shape;417;p29"/>
          <p:cNvSpPr txBox="1">
            <a:spLocks noGrp="1"/>
          </p:cNvSpPr>
          <p:nvPr>
            <p:ph type="subTitle" idx="1"/>
          </p:nvPr>
        </p:nvSpPr>
        <p:spPr>
          <a:xfrm>
            <a:off x="2466375" y="3490382"/>
            <a:ext cx="4211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 II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/>
          <p:nvPr/>
        </p:nvSpPr>
        <p:spPr>
          <a:xfrm>
            <a:off x="4879762" y="3098375"/>
            <a:ext cx="2066400" cy="4410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4904390" y="1679275"/>
            <a:ext cx="1986000" cy="4410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2183175" y="3098375"/>
            <a:ext cx="2066400" cy="4410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2207803" y="1679275"/>
            <a:ext cx="1986000" cy="4410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 idx="15"/>
          </p:nvPr>
        </p:nvSpPr>
        <p:spPr>
          <a:xfrm>
            <a:off x="720025" y="529923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KELOMPOK 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34"/>
          <p:cNvSpPr txBox="1">
            <a:spLocks noGrp="1"/>
          </p:cNvSpPr>
          <p:nvPr>
            <p:ph type="title"/>
          </p:nvPr>
        </p:nvSpPr>
        <p:spPr>
          <a:xfrm>
            <a:off x="2333503" y="1626750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NANDAH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6" name="Google Shape;496;p34"/>
          <p:cNvSpPr txBox="1">
            <a:spLocks noGrp="1"/>
          </p:cNvSpPr>
          <p:nvPr>
            <p:ph type="subTitle" idx="1"/>
          </p:nvPr>
        </p:nvSpPr>
        <p:spPr>
          <a:xfrm>
            <a:off x="2207803" y="212691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19215047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7" name="Google Shape;497;p34"/>
          <p:cNvSpPr txBox="1">
            <a:spLocks noGrp="1"/>
          </p:cNvSpPr>
          <p:nvPr>
            <p:ph type="title" idx="2"/>
          </p:nvPr>
        </p:nvSpPr>
        <p:spPr>
          <a:xfrm>
            <a:off x="5030090" y="1626750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AGUS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8" name="Google Shape;498;p34"/>
          <p:cNvSpPr txBox="1">
            <a:spLocks noGrp="1"/>
          </p:cNvSpPr>
          <p:nvPr>
            <p:ph type="subTitle" idx="3"/>
          </p:nvPr>
        </p:nvSpPr>
        <p:spPr>
          <a:xfrm>
            <a:off x="4904390" y="212691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19215051</a:t>
            </a:r>
            <a:endParaRPr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9" name="Google Shape;499;p34"/>
          <p:cNvSpPr txBox="1">
            <a:spLocks noGrp="1"/>
          </p:cNvSpPr>
          <p:nvPr>
            <p:ph type="title" idx="4"/>
          </p:nvPr>
        </p:nvSpPr>
        <p:spPr>
          <a:xfrm>
            <a:off x="2349075" y="3055025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MARLIN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0" name="Google Shape;500;p34"/>
          <p:cNvSpPr txBox="1">
            <a:spLocks noGrp="1"/>
          </p:cNvSpPr>
          <p:nvPr>
            <p:ph type="subTitle" idx="5"/>
          </p:nvPr>
        </p:nvSpPr>
        <p:spPr>
          <a:xfrm>
            <a:off x="2223375" y="355519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19215099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Google Shape;501;p34"/>
          <p:cNvSpPr txBox="1">
            <a:spLocks noGrp="1"/>
          </p:cNvSpPr>
          <p:nvPr>
            <p:ph type="title" idx="6"/>
          </p:nvPr>
        </p:nvSpPr>
        <p:spPr>
          <a:xfrm>
            <a:off x="5045662" y="3055025"/>
            <a:ext cx="1734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NURUL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" name="Google Shape;502;p34"/>
          <p:cNvSpPr txBox="1">
            <a:spLocks noGrp="1"/>
          </p:cNvSpPr>
          <p:nvPr>
            <p:ph type="subTitle" idx="7"/>
          </p:nvPr>
        </p:nvSpPr>
        <p:spPr>
          <a:xfrm>
            <a:off x="4919962" y="355519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19215237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3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5"/>
          <p:cNvGrpSpPr/>
          <p:nvPr/>
        </p:nvGrpSpPr>
        <p:grpSpPr>
          <a:xfrm>
            <a:off x="462238" y="1118895"/>
            <a:ext cx="1547936" cy="1172018"/>
            <a:chOff x="1556995" y="948473"/>
            <a:chExt cx="1797000" cy="1360597"/>
          </a:xfrm>
        </p:grpSpPr>
        <p:sp>
          <p:nvSpPr>
            <p:cNvPr id="509" name="Google Shape;509;p35"/>
            <p:cNvSpPr/>
            <p:nvPr/>
          </p:nvSpPr>
          <p:spPr>
            <a:xfrm>
              <a:off x="1556995" y="948473"/>
              <a:ext cx="851400" cy="996300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556995" y="1147170"/>
              <a:ext cx="1797000" cy="1161900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5"/>
          <p:cNvSpPr txBox="1">
            <a:spLocks noGrp="1"/>
          </p:cNvSpPr>
          <p:nvPr>
            <p:ph type="title" idx="2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12" name="Google Shape;512;p35"/>
          <p:cNvSpPr/>
          <p:nvPr/>
        </p:nvSpPr>
        <p:spPr>
          <a:xfrm>
            <a:off x="978130" y="3423462"/>
            <a:ext cx="3291527" cy="7134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35"/>
          <p:cNvSpPr txBox="1">
            <a:spLocks noGrp="1"/>
          </p:cNvSpPr>
          <p:nvPr>
            <p:ph type="title"/>
          </p:nvPr>
        </p:nvSpPr>
        <p:spPr>
          <a:xfrm>
            <a:off x="926575" y="3471752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13;p35">
            <a:extLst>
              <a:ext uri="{FF2B5EF4-FFF2-40B4-BE49-F238E27FC236}">
                <a16:creationId xmlns:a16="http://schemas.microsoft.com/office/drawing/2014/main" xmlns="" id="{F5EDE548-41E8-1E20-657A-B441180B5C6E}"/>
              </a:ext>
            </a:extLst>
          </p:cNvPr>
          <p:cNvSpPr txBox="1">
            <a:spLocks/>
          </p:cNvSpPr>
          <p:nvPr/>
        </p:nvSpPr>
        <p:spPr>
          <a:xfrm>
            <a:off x="828936" y="362674"/>
            <a:ext cx="3348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sz="5000" b="1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1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rice List Sewa Mobil Bogor | Sewa Mobil Murah | Rental Mobil di Bogor |  081318642003">
            <a:extLst>
              <a:ext uri="{FF2B5EF4-FFF2-40B4-BE49-F238E27FC236}">
                <a16:creationId xmlns:a16="http://schemas.microsoft.com/office/drawing/2014/main" xmlns="" id="{E2998D60-A028-C48C-AD7D-BBFDDB79C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342" y="1547427"/>
            <a:ext cx="4142570" cy="276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23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tabLst>
                <a:tab pos="5943600" algn="l"/>
              </a:tabLst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BEESYI RENTAL </a:t>
            </a: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564056" y="1116514"/>
            <a:ext cx="842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850" marR="728980" indent="0" algn="just">
              <a:lnSpc>
                <a:spcPct val="200000"/>
              </a:lnSpc>
              <a:spcBef>
                <a:spcPts val="1200"/>
              </a:spcBef>
              <a:spcAft>
                <a:spcPts val="580"/>
              </a:spcAft>
              <a:buNone/>
            </a:pP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BESSYI RENTAL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merupakan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penyedia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transportasi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seiring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berkembangnya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teknologi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era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globalisasi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teknologi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komputer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internet sangat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berperan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penting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kehidupan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sehari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media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memperoleh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infomasi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mudah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murah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banyak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perusahaan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usaha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mempromosikan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melalui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website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berbagai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media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sosial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Namun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tidak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semua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usaha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menerapkan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efektif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 input data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masih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manual.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Seperti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pada BEESYI RENTAL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tabLst>
                <a:tab pos="59436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BEESYI RENTAL </a:t>
            </a: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564056" y="1116514"/>
            <a:ext cx="842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850" marR="728980" indent="0" algn="just">
              <a:lnSpc>
                <a:spcPct val="200000"/>
              </a:lnSpc>
              <a:spcBef>
                <a:spcPts val="1200"/>
              </a:spcBef>
              <a:buNone/>
            </a:pPr>
            <a:r>
              <a:rPr lang="en-ID" sz="1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BEESYI RENTAL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menyewakan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berbagai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harga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variatif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tanpa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mengurangi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tetapi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input data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dikerjakan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manual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yaitu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bentuk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kertas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kemungkinan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rusak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hilang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disamping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membutuhkan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penyimpanan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Oleh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karena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agar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dikenal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luas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berbagai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BEESYI RENTAL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membangun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suatu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program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khusus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peyewaan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bertujuan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memudah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memanage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waktu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sehinggal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efisien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marR="728980" indent="-6350" algn="just">
              <a:lnSpc>
                <a:spcPct val="200000"/>
              </a:lnSpc>
              <a:spcBef>
                <a:spcPts val="1200"/>
              </a:spcBef>
              <a:spcAft>
                <a:spcPts val="580"/>
              </a:spcAft>
            </a:pPr>
            <a:endParaRPr lang="en-ID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850" marR="728980" indent="0" algn="just">
              <a:lnSpc>
                <a:spcPct val="200000"/>
              </a:lnSpc>
              <a:spcBef>
                <a:spcPts val="1200"/>
              </a:spcBef>
              <a:spcAft>
                <a:spcPts val="580"/>
              </a:spcAft>
              <a:buNone/>
            </a:pPr>
            <a:endParaRPr lang="en-ID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42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5"/>
          <p:cNvGrpSpPr/>
          <p:nvPr/>
        </p:nvGrpSpPr>
        <p:grpSpPr>
          <a:xfrm>
            <a:off x="462238" y="1118895"/>
            <a:ext cx="1547936" cy="1172018"/>
            <a:chOff x="1556995" y="948473"/>
            <a:chExt cx="1797000" cy="1360597"/>
          </a:xfrm>
        </p:grpSpPr>
        <p:sp>
          <p:nvSpPr>
            <p:cNvPr id="509" name="Google Shape;509;p35"/>
            <p:cNvSpPr/>
            <p:nvPr/>
          </p:nvSpPr>
          <p:spPr>
            <a:xfrm>
              <a:off x="1556995" y="948473"/>
              <a:ext cx="851400" cy="996300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556995" y="1147170"/>
              <a:ext cx="1797000" cy="1161900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5"/>
          <p:cNvSpPr txBox="1">
            <a:spLocks noGrp="1"/>
          </p:cNvSpPr>
          <p:nvPr>
            <p:ph type="title" idx="2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1037125" y="3423462"/>
            <a:ext cx="3126900" cy="7134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title"/>
          </p:nvPr>
        </p:nvSpPr>
        <p:spPr>
          <a:xfrm>
            <a:off x="926575" y="3359262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Ruang Lingkup</a:t>
            </a:r>
            <a:endParaRPr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xmlns="" id="{95067B56-1432-ACA3-65FF-94236C469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822" y="1483954"/>
            <a:ext cx="3569401" cy="2829600"/>
          </a:xfrm>
          <a:prstGeom prst="rect">
            <a:avLst/>
          </a:prstGeom>
          <a:noFill/>
          <a:ln w="50800" cap="rnd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513;p35">
            <a:extLst>
              <a:ext uri="{FF2B5EF4-FFF2-40B4-BE49-F238E27FC236}">
                <a16:creationId xmlns:a16="http://schemas.microsoft.com/office/drawing/2014/main" xmlns="" id="{A68DCDC1-533E-AF87-CEFD-0BD76837F1DE}"/>
              </a:ext>
            </a:extLst>
          </p:cNvPr>
          <p:cNvSpPr txBox="1">
            <a:spLocks/>
          </p:cNvSpPr>
          <p:nvPr/>
        </p:nvSpPr>
        <p:spPr>
          <a:xfrm>
            <a:off x="828936" y="362674"/>
            <a:ext cx="3348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sz="5000" b="1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1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2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D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erancang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membangun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berbasis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web yang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menjadi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salah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satu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cara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memudahkan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pemilik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rental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menawarkan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jasa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layanannya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konsumen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menyimpan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penyewaan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telah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terkomputerisasi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agar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meningkatkan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pelayanan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optimal. </a:t>
            </a:r>
            <a:endParaRPr lang="en-US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01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623777" y="1215752"/>
            <a:ext cx="780022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9870" marR="728980" indent="0" algn="just">
              <a:lnSpc>
                <a:spcPct val="250000"/>
              </a:lnSpc>
              <a:spcBef>
                <a:spcPts val="1200"/>
              </a:spcBef>
              <a:buNone/>
            </a:pP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Sedangkan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tujuan</a:t>
            </a:r>
            <a:r>
              <a:rPr lang="en-ID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membangun</a:t>
            </a:r>
            <a:r>
              <a:rPr lang="en-ID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digunakan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</a:t>
            </a:r>
          </a:p>
          <a:p>
            <a:pPr marL="342900" marR="728980" indent="-342900" algn="just">
              <a:lnSpc>
                <a:spcPct val="250000"/>
              </a:lnSpc>
              <a:spcBef>
                <a:spcPts val="1200"/>
              </a:spcBef>
              <a:spcAft>
                <a:spcPts val="580"/>
              </a:spcAft>
            </a:pP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mengelola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proses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penyewaan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data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penyewa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728980" indent="-342900" algn="just">
              <a:lnSpc>
                <a:spcPct val="250000"/>
              </a:lnSpc>
              <a:spcBef>
                <a:spcPts val="1200"/>
              </a:spcBef>
              <a:spcAft>
                <a:spcPts val="580"/>
              </a:spcAft>
            </a:pP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mempermudah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pelangan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r>
              <a:rPr lang="en-ID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pemesanan</a:t>
            </a:r>
            <a:endParaRPr lang="en-US" sz="105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94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5"/>
          <p:cNvGrpSpPr/>
          <p:nvPr/>
        </p:nvGrpSpPr>
        <p:grpSpPr>
          <a:xfrm>
            <a:off x="462238" y="1118895"/>
            <a:ext cx="1547936" cy="1172018"/>
            <a:chOff x="1556995" y="948473"/>
            <a:chExt cx="1797000" cy="1360597"/>
          </a:xfrm>
        </p:grpSpPr>
        <p:sp>
          <p:nvSpPr>
            <p:cNvPr id="509" name="Google Shape;509;p35"/>
            <p:cNvSpPr/>
            <p:nvPr/>
          </p:nvSpPr>
          <p:spPr>
            <a:xfrm>
              <a:off x="1556995" y="948473"/>
              <a:ext cx="851400" cy="996300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556995" y="1147170"/>
              <a:ext cx="1797000" cy="1161900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5"/>
          <p:cNvSpPr txBox="1">
            <a:spLocks noGrp="1"/>
          </p:cNvSpPr>
          <p:nvPr>
            <p:ph type="title" idx="2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978130" y="3423462"/>
            <a:ext cx="3291527" cy="7134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35"/>
          <p:cNvSpPr txBox="1">
            <a:spLocks noGrp="1"/>
          </p:cNvSpPr>
          <p:nvPr>
            <p:ph type="title"/>
          </p:nvPr>
        </p:nvSpPr>
        <p:spPr>
          <a:xfrm>
            <a:off x="926575" y="3471752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xmlns="" id="{53AB962C-5825-276C-2872-12AA44F8E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825" y="1483952"/>
            <a:ext cx="3569400" cy="2829600"/>
          </a:xfrm>
          <a:prstGeom prst="rect">
            <a:avLst/>
          </a:prstGeom>
          <a:noFill/>
          <a:ln w="50800" cap="rnd" cmpd="sng">
            <a:solidFill>
              <a:schemeClr val="tx1"/>
            </a:solidFill>
            <a:prstDash val="solid"/>
            <a:round/>
          </a:ln>
          <a:effectLst>
            <a:glow>
              <a:schemeClr val="accent1">
                <a:alpha val="40000"/>
              </a:schemeClr>
            </a:glow>
            <a:reflection endPos="0" dist="50800" dir="5400000" sy="-100000" algn="bl" rotWithShape="0"/>
          </a:effectLst>
        </p:spPr>
      </p:pic>
      <p:sp>
        <p:nvSpPr>
          <p:cNvPr id="3" name="Google Shape;513;p35">
            <a:extLst>
              <a:ext uri="{FF2B5EF4-FFF2-40B4-BE49-F238E27FC236}">
                <a16:creationId xmlns:a16="http://schemas.microsoft.com/office/drawing/2014/main" xmlns="" id="{F5EDE548-41E8-1E20-657A-B441180B5C6E}"/>
              </a:ext>
            </a:extLst>
          </p:cNvPr>
          <p:cNvSpPr txBox="1">
            <a:spLocks/>
          </p:cNvSpPr>
          <p:nvPr/>
        </p:nvSpPr>
        <p:spPr>
          <a:xfrm>
            <a:off x="828936" y="362674"/>
            <a:ext cx="3348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sz="5000" b="1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1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Pembahasan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13280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623777" y="996148"/>
            <a:ext cx="8151628" cy="3636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382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Admin </a:t>
            </a:r>
          </a:p>
          <a:p>
            <a:pPr marL="17399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administrator yang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mengelola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pada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penyewaan</a:t>
            </a:r>
            <a:r>
              <a:rPr lang="en-ID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yakni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menggunakan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proses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berikut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login dan logout</a:t>
            </a: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melihat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update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terbaru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mengenai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keseluruhan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barang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menambah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menghapus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kategori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menambah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menghapus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produk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menambah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menghapus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orderan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mencetak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invoice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sewa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tunai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3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13280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623777" y="996148"/>
            <a:ext cx="8151628" cy="3636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r>
              <a:rPr lang="en-ID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melihat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situs web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hanya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berikut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</a:t>
            </a: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melihat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memilih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kategori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disewakan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mengorder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disewa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memberitahukan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identitas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</a:t>
            </a: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menyewa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kategori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jenis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berhak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menerima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bukti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cetak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invoice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sewa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hanya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sewa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tunai</a:t>
            </a:r>
            <a:endParaRPr lang="en-ID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728980" indent="0" algn="just">
              <a:lnSpc>
                <a:spcPct val="150000"/>
              </a:lnSpc>
              <a:spcAft>
                <a:spcPts val="790"/>
              </a:spcAft>
              <a:buNone/>
            </a:pPr>
            <a:endParaRPr lang="en-ID" sz="1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26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5"/>
          <p:cNvGrpSpPr/>
          <p:nvPr/>
        </p:nvGrpSpPr>
        <p:grpSpPr>
          <a:xfrm>
            <a:off x="462238" y="1118895"/>
            <a:ext cx="1547936" cy="1172018"/>
            <a:chOff x="1556995" y="948473"/>
            <a:chExt cx="1797000" cy="1360597"/>
          </a:xfrm>
        </p:grpSpPr>
        <p:sp>
          <p:nvSpPr>
            <p:cNvPr id="509" name="Google Shape;509;p35"/>
            <p:cNvSpPr/>
            <p:nvPr/>
          </p:nvSpPr>
          <p:spPr>
            <a:xfrm>
              <a:off x="1556995" y="948473"/>
              <a:ext cx="851400" cy="996300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556995" y="1147170"/>
              <a:ext cx="1797000" cy="1161900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5"/>
          <p:cNvSpPr txBox="1">
            <a:spLocks noGrp="1"/>
          </p:cNvSpPr>
          <p:nvPr>
            <p:ph type="title" idx="2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978130" y="3423462"/>
            <a:ext cx="3291527" cy="7134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35"/>
          <p:cNvSpPr txBox="1">
            <a:spLocks noGrp="1"/>
          </p:cNvSpPr>
          <p:nvPr>
            <p:ph type="title"/>
          </p:nvPr>
        </p:nvSpPr>
        <p:spPr>
          <a:xfrm>
            <a:off x="926575" y="3471752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xmlns="" id="{53AB962C-5825-276C-2872-12AA44F8E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825" y="1483952"/>
            <a:ext cx="3569400" cy="2829600"/>
          </a:xfrm>
          <a:prstGeom prst="rect">
            <a:avLst/>
          </a:prstGeom>
          <a:noFill/>
          <a:ln w="50800" cap="rnd" cmpd="sng">
            <a:solidFill>
              <a:schemeClr val="tx1"/>
            </a:solidFill>
            <a:prstDash val="solid"/>
            <a:round/>
          </a:ln>
          <a:effectLst>
            <a:glow>
              <a:schemeClr val="accent1">
                <a:alpha val="40000"/>
              </a:schemeClr>
            </a:glow>
            <a:reflection endPos="0" dist="50800" dir="5400000" sy="-100000" algn="bl" rotWithShape="0"/>
          </a:effectLst>
        </p:spPr>
      </p:pic>
      <p:sp>
        <p:nvSpPr>
          <p:cNvPr id="3" name="Google Shape;513;p35">
            <a:extLst>
              <a:ext uri="{FF2B5EF4-FFF2-40B4-BE49-F238E27FC236}">
                <a16:creationId xmlns:a16="http://schemas.microsoft.com/office/drawing/2014/main" xmlns="" id="{F5EDE548-41E8-1E20-657A-B441180B5C6E}"/>
              </a:ext>
            </a:extLst>
          </p:cNvPr>
          <p:cNvSpPr txBox="1">
            <a:spLocks/>
          </p:cNvSpPr>
          <p:nvPr/>
        </p:nvSpPr>
        <p:spPr>
          <a:xfrm>
            <a:off x="828936" y="362674"/>
            <a:ext cx="3348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sz="5000" b="1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Aft>
                <a:spcPts val="1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Pembahasan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212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623777" y="1215752"/>
            <a:ext cx="780022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728980" lvl="0" indent="-342900" algn="just">
              <a:lnSpc>
                <a:spcPct val="150000"/>
              </a:lnSpc>
              <a:spcAft>
                <a:spcPts val="790"/>
              </a:spcAft>
              <a:buFont typeface="+mj-lt"/>
              <a:buAutoNum type="arabicPeriod"/>
            </a:pP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Administrator </a:t>
            </a:r>
          </a:p>
          <a:p>
            <a:pPr marL="0" marR="728980" lvl="0" indent="0" algn="just">
              <a:lnSpc>
                <a:spcPct val="150000"/>
              </a:lnSpc>
              <a:spcAft>
                <a:spcPts val="790"/>
              </a:spcAft>
              <a:buNone/>
            </a:pP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Admin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login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masuk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kehalaman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administrator website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mengatur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data-data dan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informasi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muncul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website, dan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menambah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menghapus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melihat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orderan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serta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laporan</a:t>
            </a:r>
            <a:r>
              <a:rPr lang="en-ID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endParaRPr lang="en-ID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19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5"/>
          <p:cNvGrpSpPr/>
          <p:nvPr/>
        </p:nvGrpSpPr>
        <p:grpSpPr>
          <a:xfrm>
            <a:off x="462238" y="1118895"/>
            <a:ext cx="1547936" cy="1172018"/>
            <a:chOff x="1556995" y="948473"/>
            <a:chExt cx="1797000" cy="1360597"/>
          </a:xfrm>
        </p:grpSpPr>
        <p:sp>
          <p:nvSpPr>
            <p:cNvPr id="509" name="Google Shape;509;p35"/>
            <p:cNvSpPr/>
            <p:nvPr/>
          </p:nvSpPr>
          <p:spPr>
            <a:xfrm>
              <a:off x="1556995" y="948473"/>
              <a:ext cx="851400" cy="996300"/>
            </a:xfrm>
            <a:prstGeom prst="roundRect">
              <a:avLst>
                <a:gd name="adj" fmla="val 6278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556995" y="1147170"/>
              <a:ext cx="1797000" cy="1161900"/>
            </a:xfrm>
            <a:prstGeom prst="roundRect">
              <a:avLst>
                <a:gd name="adj" fmla="val 5762"/>
              </a:avLst>
            </a:prstGeom>
            <a:solidFill>
              <a:srgbClr val="F6F2E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57150" dir="29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5"/>
          <p:cNvSpPr txBox="1">
            <a:spLocks noGrp="1"/>
          </p:cNvSpPr>
          <p:nvPr>
            <p:ph type="title" idx="2"/>
          </p:nvPr>
        </p:nvSpPr>
        <p:spPr>
          <a:xfrm>
            <a:off x="403125" y="1384975"/>
            <a:ext cx="166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1037125" y="3423462"/>
            <a:ext cx="3126900" cy="713400"/>
          </a:xfrm>
          <a:prstGeom prst="roundRect">
            <a:avLst>
              <a:gd name="adj" fmla="val 6740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9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" name="Google Shape;513;p35"/>
          <p:cNvSpPr txBox="1">
            <a:spLocks noGrp="1"/>
          </p:cNvSpPr>
          <p:nvPr>
            <p:ph type="title"/>
          </p:nvPr>
        </p:nvSpPr>
        <p:spPr>
          <a:xfrm>
            <a:off x="926575" y="3471752"/>
            <a:ext cx="334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C0F45C4-94A2-FDAE-1084-01C6AD07F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561" y="1483952"/>
            <a:ext cx="3569400" cy="2829600"/>
          </a:xfrm>
          <a:prstGeom prst="rect">
            <a:avLst/>
          </a:prstGeom>
          <a:noFill/>
          <a:ln w="50800" cap="rnd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aphic Design Patterns Png">
            <a:extLst>
              <a:ext uri="{FF2B5EF4-FFF2-40B4-BE49-F238E27FC236}">
                <a16:creationId xmlns:a16="http://schemas.microsoft.com/office/drawing/2014/main" xmlns="" id="{2ABA1893-34B4-6AC5-F543-DE3C5036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561" y="1483952"/>
            <a:ext cx="3590314" cy="28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67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3755AC7-9CDF-90A7-804A-9F583B38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87" y="1219473"/>
            <a:ext cx="4528425" cy="341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0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EC42668-DB53-45B9-1989-BC53E88C7F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222"/>
          <a:stretch/>
        </p:blipFill>
        <p:spPr bwMode="auto">
          <a:xfrm>
            <a:off x="576348" y="1177983"/>
            <a:ext cx="3867150" cy="357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A499493-E59D-C0AA-3375-3224252196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95"/>
          <a:stretch/>
        </p:blipFill>
        <p:spPr bwMode="auto">
          <a:xfrm>
            <a:off x="4571999" y="1153624"/>
            <a:ext cx="3867150" cy="28362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5892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2A152A8-A5D0-A1D4-3798-5C2EBDB08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03" y="1038941"/>
            <a:ext cx="4681794" cy="3593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2549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219F590-DFBC-FB1B-E94B-8258020BDA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687" y="1088746"/>
            <a:ext cx="6712623" cy="3636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2557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65E216-E43F-7E16-5593-54F7EFFFC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768" y="1056901"/>
            <a:ext cx="6600463" cy="3575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53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CACA1A1-CCFF-5327-AE38-8257B460F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279" y="1096454"/>
            <a:ext cx="6527442" cy="35356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1318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E0FC237-1227-2001-AEAD-3C9CBC3EC8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796" y="1065598"/>
            <a:ext cx="6584407" cy="3566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72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ED81182-0440-C7D0-4395-402FD033D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374" y="1083620"/>
            <a:ext cx="6557250" cy="3548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676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719999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CETAK INVOICE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64A0970-C595-38EF-65C5-8CA904173B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60" y="1118348"/>
            <a:ext cx="6493077" cy="35138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942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 &amp; Saran</a:t>
            </a: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728980" indent="0" algn="just">
              <a:lnSpc>
                <a:spcPct val="107000"/>
              </a:lnSpc>
              <a:spcBef>
                <a:spcPts val="1200"/>
              </a:spcBef>
              <a:spcAft>
                <a:spcPts val="580"/>
              </a:spcAft>
              <a:buNone/>
            </a:pPr>
            <a:r>
              <a:rPr lang="en-ID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Kesimpulan </a:t>
            </a:r>
          </a:p>
          <a:p>
            <a:pPr marL="6350" marR="728980" indent="0" algn="just">
              <a:lnSpc>
                <a:spcPct val="107000"/>
              </a:lnSpc>
              <a:spcBef>
                <a:spcPts val="1200"/>
              </a:spcBef>
              <a:spcAft>
                <a:spcPts val="580"/>
              </a:spcAft>
              <a:buNone/>
            </a:pPr>
            <a:r>
              <a:rPr lang="en-ID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BEESYI RENTAL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merupakan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penyedia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transportasi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BEESYI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sebelum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nya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hanya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sebulah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penyedia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manual 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BEESYI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semakin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ikut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berkembang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seiring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perkembangan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teknologi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jaman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sekarang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BEESYI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membuat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sebuah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program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membuat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masyrakat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menjadi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mudah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menyewa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karena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selain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efisien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juga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mempersingkat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waktu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Program yang sangat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mudah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pakai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oleh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seluruh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karena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didalam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nya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sudah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akses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melalukan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pendaftaran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orang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menyewa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di program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juga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admin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memabantu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memproses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sebuah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pesanan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masuk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lalu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terdapat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menu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berbagai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kategori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kendaraan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ingin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sewa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stok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update , dan juga total </a:t>
            </a:r>
            <a:r>
              <a:rPr lang="en-ID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pesanannya</a:t>
            </a:r>
            <a:r>
              <a:rPr lang="en-ID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2834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1217865" y="51134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 &amp; Saran</a:t>
            </a:r>
          </a:p>
        </p:txBody>
      </p:sp>
      <p:sp>
        <p:nvSpPr>
          <p:cNvPr id="423" name="Google Shape;423;p30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" marR="728980" indent="0" algn="just">
              <a:lnSpc>
                <a:spcPct val="107000"/>
              </a:lnSpc>
              <a:spcBef>
                <a:spcPts val="1200"/>
              </a:spcBef>
              <a:spcAft>
                <a:spcPts val="580"/>
              </a:spcAft>
              <a:buNone/>
            </a:pPr>
            <a:r>
              <a:rPr lang="en-ID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Saran</a:t>
            </a:r>
          </a:p>
          <a:p>
            <a:pPr marL="6350" marR="728980" indent="0" algn="just">
              <a:lnSpc>
                <a:spcPct val="107000"/>
              </a:lnSpc>
              <a:spcBef>
                <a:spcPts val="1200"/>
              </a:spcBef>
              <a:spcAft>
                <a:spcPts val="580"/>
              </a:spcAft>
              <a:buNone/>
            </a:pPr>
            <a:r>
              <a:rPr lang="en-ID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Melalui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program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semoga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masyarakat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bisa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semakin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mudah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menggunakan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aplikasi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metode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pembayarannya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semoga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buat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transfer </a:t>
            </a:r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cashless.</a:t>
            </a:r>
          </a:p>
        </p:txBody>
      </p:sp>
    </p:spTree>
    <p:extLst>
      <p:ext uri="{BB962C8B-B14F-4D97-AF65-F5344CB8AC3E}">
        <p14:creationId xmlns:p14="http://schemas.microsoft.com/office/powerpoint/2010/main" val="1687731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2"/>
          <p:cNvSpPr txBox="1">
            <a:spLocks noGrp="1"/>
          </p:cNvSpPr>
          <p:nvPr>
            <p:ph type="title"/>
          </p:nvPr>
        </p:nvSpPr>
        <p:spPr>
          <a:xfrm>
            <a:off x="1698875" y="1319200"/>
            <a:ext cx="57462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en" dirty="0"/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man Business Meeting by Slidesgo">
  <a:themeElements>
    <a:clrScheme name="Simple Light">
      <a:dk1>
        <a:srgbClr val="2D2E27"/>
      </a:dk1>
      <a:lt1>
        <a:srgbClr val="FFD966"/>
      </a:lt1>
      <a:dk2>
        <a:srgbClr val="595959"/>
      </a:dk2>
      <a:lt2>
        <a:srgbClr val="F6F2E3"/>
      </a:lt2>
      <a:accent1>
        <a:srgbClr val="E4AB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170</Words>
  <Application>Microsoft Office PowerPoint</Application>
  <PresentationFormat>On-screen Show (16:9)</PresentationFormat>
  <Paragraphs>73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Varela Round</vt:lpstr>
      <vt:lpstr>Anaheim</vt:lpstr>
      <vt:lpstr>Tahoma</vt:lpstr>
      <vt:lpstr>Bebas Neue</vt:lpstr>
      <vt:lpstr>Times New Roman</vt:lpstr>
      <vt:lpstr>Lato</vt:lpstr>
      <vt:lpstr>Arial</vt:lpstr>
      <vt:lpstr>Roboto Condensed Light</vt:lpstr>
      <vt:lpstr>Kuman Business Meeting by Slidesgo</vt:lpstr>
      <vt:lpstr>BEESYI RENTAL</vt:lpstr>
      <vt:lpstr>KELOMPOK 1</vt:lpstr>
      <vt:lpstr>01</vt:lpstr>
      <vt:lpstr>About BEESYI RENTAL </vt:lpstr>
      <vt:lpstr>About BEESYI RENTAL </vt:lpstr>
      <vt:lpstr>02</vt:lpstr>
      <vt:lpstr>Ruang Lingkup</vt:lpstr>
      <vt:lpstr>Ruang Lingkup</vt:lpstr>
      <vt:lpstr>03</vt:lpstr>
      <vt:lpstr>Kebutuhan Pengguna</vt:lpstr>
      <vt:lpstr>Kebutuhan Pengguna</vt:lpstr>
      <vt:lpstr>04</vt:lpstr>
      <vt:lpstr>Kebutuhan Sistem</vt:lpstr>
      <vt:lpstr>05</vt:lpstr>
      <vt:lpstr>ERD</vt:lpstr>
      <vt:lpstr>USE CASE</vt:lpstr>
      <vt:lpstr>CLASS DIAGRAM</vt:lpstr>
      <vt:lpstr>LOGIN</vt:lpstr>
      <vt:lpstr>HOME</vt:lpstr>
      <vt:lpstr>CATEGORIES</vt:lpstr>
      <vt:lpstr>PRODUCT</vt:lpstr>
      <vt:lpstr>ORDERS</vt:lpstr>
      <vt:lpstr>CETAK INVOICE</vt:lpstr>
      <vt:lpstr>Kesimpulan &amp; Saran</vt:lpstr>
      <vt:lpstr>Kesimpulan &amp; Saran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ADMINISTRASI SISTEM LINUX</dc:title>
  <dc:creator>Nandah</dc:creator>
  <cp:lastModifiedBy>Agus Lorenza</cp:lastModifiedBy>
  <cp:revision>18</cp:revision>
  <dcterms:modified xsi:type="dcterms:W3CDTF">2023-06-13T10:55:25Z</dcterms:modified>
</cp:coreProperties>
</file>